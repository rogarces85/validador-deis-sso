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REM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Manual de Validaciones Críticas — Servicio de Salud Osorno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413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Julio 2025 — V.1.2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Validador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Reglas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54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03504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REVISAR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137160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CCCCC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6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REMs Cubiertos: REM01, REM02, REM03, REM04, REM05, REM08, REM11, REM19a, REM19b, REM21, REM27, REM28, REM29, REM30R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C5413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892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— Inconsistencia obligatoria, debe corregirse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REVISAR — Dato inusual que requiere verificación manual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852160"/>
            <a:ext cx="274320" cy="228600"/>
          </a:xfrm>
          <a:prstGeom prst="roundRect">
            <a:avLst>
              <a:gd name="adj" fmla="val 20000"/>
            </a:avLst>
          </a:prstGeom>
          <a:solidFill>
            <a:srgbClr val="3B68A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806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OBSERVAR — Anomalía menor para seguimiento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REM01 — Controles de Salud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91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REM-A01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E8A83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 Extremas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Verificar Control Preconcepcional en edades 10-14 años (F11:F12), 45-54 años (M11:N12), Control Prenatal 50-54 años (N13:N14), Post Parto 50-54 años (N15:N16), y Regulación Fecundidad 55-80+ años (O31:T32).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 manualmente rangos de edad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REM01 ↔ REM05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suma de Puérperas con RN (C19:C26) más Menores de 1 Mes (F36:F38) debe ser igual al Total Menores de 28 Días del REM05 (C89).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(C19:C26) + (F36:F38) = C89 REM05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Vital Adolescente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Controles de Salud 10-14 años (T36:T38) debe ser ≥ Control Integral Adolescente (C74). Lo mismo para U36:U38 ≥ F74.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Suma(T36:T38) ≥ C74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Suma(U36:U38) ≥ F74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REM02 y REM03 — EMP y Escalas de Evaluación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91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REM-A02 / A03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REM02: Consistencia EMP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EMP Realizados (B11) debe ser igual al total según Estado Nutricional (B21). Lo mismo para Hombres: C11 = C21. Además B17 solo POSTAS.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B11 = B21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 = C21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REM03: Desarrollo Psicomotor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de desarrollo (C20) = Suma detalle evaluaciones (C21:C36). Pauta Breve C13 = Suma(C14:C15). Protocolo Neurosensorial C54 = Suma(C55:C57).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C20 = Suma(C21:C36)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 = Suma(C14:C15)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C54 = Suma(C55:C57)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REM02 ↔ REM03: AUDIT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EMP (B11) debe ser igual a Nº Audit del REM03 Suma(C108+C110). EMP adolescentes (E11+F11) = Craff REM03 (C113).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B11 = Suma(C108+C110) REM03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E11+F11 = C113 REM03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REM04 y REM05 — Consultas e Ingresos/Egresos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91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REM-A04 / A05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REM04: Nutricionista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Consultas Nutricionistas (B39:B41) debe ser igual a la Clasificación Nutricional por edad (B135:B137). Lactancia (C141:C143) = (C146:C149).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Suma(B39:B41) = Suma(B135:B137)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Suma(C141:C143) = Suma(C146:C149)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REM05: PSCV e Ingresos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Ingresos PSCV (C119) debe ser ≤ desglose (C120:C127). Programa Dependencia AF146:AM150 ≥ Barthel C162. Salud Mental C193 = C204.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C119 ≤ Suma(C120:C127)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C193 = C204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REM04: Despacho Recetas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Despacho Total y Parcial C114+D114 = E114+F114. Lo mismo para filas 115 y 116. Recetas completas (M114) ≥ Oportuno (L114).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C114+D114 = E114+F114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M114 ≥ L114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REM08 — Atención de Urgencia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778240" y="91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REM-A08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UEH Alta Complejidad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Atenciones en UEH (E12:AL15) solo para HBSJO y HPU. B12 debe ser igual a Categorizaciones (B67). Demanda (B13) ≥ Atenciones (AS13).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B12 = B67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B13 ≤ AS13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Obstétrica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Atenciones B13+B14 debe ser igual a la Categorización Obstétrica (B78). Baja Complejidad (E31:AL36) solo para hospitales definidos.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B13+B14 = B78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B67 = B31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188720"/>
            <a:ext cx="3108960" cy="52120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37160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C5413F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Traslados y SAMU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89520" y="23774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C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Traslados primarios (C169:F170) solo SAMU. C171:F171 solo establecimientos autorizados. C172:F174 registran todos. Llamadas C161/D161 no deben tener registros.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89520" y="50292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50749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SAMU → C169:F170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por establecimiento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— Otras Validaciones Críticas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241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329184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/ Regla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REM11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A.1: VDRL por grupo de usuarios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B13:C30 → Solo HBSJO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REM11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B.1/B.2: Hepatitis, Chagas, HTLV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C144:P148 y C152:P156 → Solo HBSJO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REM11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C.1: Exámenes VIH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C161:D183 → Solo HBSJO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REM19a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B.1: Actividades Promoción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 Suma(C129:C148)≠0 → Suma(L129:L148)&gt;0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REM19b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68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A: Reclamos OIRS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 B11≠0 → Suma(E11:I11)&gt;0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REM21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B68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C.1: Personas Atendidas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 C31≠0 → C32&gt;0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REM27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A: Educación Grupal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 D53≠0 → D98&gt;0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REM28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A.1: Rehabilitación Integral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B13 ≥ B14, B13 ≥ B15, B13 ≤ B61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REM28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A.2: Ingresos por Condición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B29 ≤ Suma(B30:B52)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REM29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A: Resolutividad APS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Oftalm → M12:N12, Otorrino → O13:P13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REM30R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4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Salud a Distancia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se debe registrar en este REM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DEIS SSO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Departamento de Estadísticas e Información de Salud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Servicio de Salud Osorno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413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Contacto: Depto. DEIS — deis@ssosorno.cl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Servicio de Salud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Validador REM - Serie A</dc:title>
  <dc:subject>Manual de Validaciones REM Serie A 2025</dc:subject>
  <dc:creator>Depto. Estadísticas e Información de Salud</dc:creator>
  <cp:lastModifiedBy>Depto. Estadísticas e Información de Salud</cp:lastModifiedBy>
  <cp:revision>1</cp:revision>
  <dcterms:created xsi:type="dcterms:W3CDTF">2026-02-23T21:25:55Z</dcterms:created>
  <dcterms:modified xsi:type="dcterms:W3CDTF">2026-02-23T21:25:55Z</dcterms:modified>
</cp:coreProperties>
</file>