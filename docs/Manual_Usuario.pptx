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Validador DEIS SSO 2026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754880"/>
            <a:ext cx="8229600" cy="914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Servicio de Salud Osorno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📘 MANUAL DE USUARIO: VALIDADOR REM DEIS SSO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Bienvenido al Validador de Archivos REM del Servicio de Salud Osorno (SSO). Esta plataforma ha sido diseñada para revisar la estructura, consistencia y calidad de los datos reportados en sus planillas estadísticas mensuales antes de ser enviadas a la plataforma oficial.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1. CARGA DE ARCHIVO Y VALIDACIÓN AUTOMÁTICA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El uso del sistema comienza siempre desde la pantalla principal, diseñada para ser completamente intuitiva y rápida, incluso en dispositivos móviles.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Revisa el nombre del archivo: El sistema verifica su estructura al instante.  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Su archivo siempre debe seguir el formato:  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`CodEstab(6)Serie(1-2)Mes(2).xlsm`  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*(Ejemplo: 123100A01.xlsm)*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Arrastra el Excel (XLSX o XLSM) hacia el recuadro punteado al centro de la pantalla, o simplemente haz clic sobre él para abrir tu explorador de archivos.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El sistema procesará automáticamente las reglas de validación en tiempo real.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2. NIVELES DE ALERTA Y SEVERIDAD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Para facilitar la priorización del trabajo, el sistema clasifica cada hallazgo en tres categorías visuales claras: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🔴 ERROR: Representa una falla estructural o lógica que debe corregirse obligatoriamente. Sin esta corrección, el DEIS rechazará la carga.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🟡 REVISAR: Indica una posible inconsistencia (ej. valores atípicos). Requiere que el equipo de estadística verifique si el dato es correcto según la realidad clínica.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🔵 INDICADOR: Sugerencias o advertencias menores que ayudan a mejorar la calidad del registro, pero no impiden el flujo.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3. ANÁLISIS DE HALLAZGOS Y DETALLE DE ERRORES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Una vez procesado el archivo, la Tabla de Hallazgos muestra todas las alertas. Para entender un error específico, puede ver su detalle expandido.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Cuando hace clic en "Ver Detalle", se abre un panel lateral que le explica: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Ubicación Exacta: La hoja y la celda (ej. A03, Celda C129).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Lógica de la Falla: Una explicación humana de por qué falló la regla (ej. "El total no suma igual que sus partes").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Acción Recomendada: Instrucciones directas de qué corregir en su archivo Excel original.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4. ACCESO DESDE CUALQUIER DISPOSITIVO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El validador es totalmente responsivo. Los directivos y equipos técnicos pueden validar el estado de sus archivos desde cualquier smartphone, tablet o computador, facilitando una supervisión ágil y oportuna.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5. EXPORTAR RESULTADOS Y SIGUIENTES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Use el botón verde "Exportar a XLSX" para descargar una lista maestra de errores. Esto es ideal para enviarlo por correo o WhatsApp al equipo encargado de corregir la digitación.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Cuando corrija su Excel, simplemente use el botón "Validar otro archivo" para volver a procesarlo y confirmar que los errores han desaparecido.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*Desarrollado por el Equipo de Ingeniería Senior - 2026*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2026-03-05T17:34:05Z</dcterms:created>
  <dcterms:modified xsi:type="dcterms:W3CDTF">2026-03-05T17:34:05Z</dcterms:modified>
</cp:coreProperties>
</file>